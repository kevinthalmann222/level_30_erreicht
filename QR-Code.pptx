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89750" cy="1002188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1D259F-CAA7-4E38-BD84-368974CB0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480FA36-989A-42C0-A93A-94FF2AAE7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DC142F-3C57-409D-AFD3-7AC5CD35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377F30-1747-450D-A431-AA0243CD5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03D8A0-77C7-43D1-8B15-32708657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91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0C067F-F796-4ABF-AC06-98853FD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AFE678-DB03-4596-ABF2-0625A12A6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6A2614-11C9-4EAC-BDBD-FF0CDB94D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E91415-DB9F-4865-9FD2-55757043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DC0CEB-763B-4344-BEA7-D3AC5BC1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636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0EF45E-1721-48B4-AB56-8D53480F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C8C98-DCD1-4926-A98C-745E46533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8F5F02-EF96-4C93-B7F9-585D1F919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EE9D4F-7BE8-4361-A85D-7C22BA84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89D1B6-AE7B-4ED7-B8AB-DDA03BA7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538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8D1E47-7E70-4765-B6AE-2A44DA0C6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58D2C8-CAE9-42F8-8ECE-F1071ADE7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73FCCB-946E-4D29-9180-1D6074D64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0E2E60-07A8-4882-AC96-B602DB4D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786F8F-736E-40C6-A42D-DCCDBF2F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512CB5-A1B9-46A8-A846-54D14FFB6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19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60AE09-B906-43C0-8CE3-59E6C290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D11AD6-A2C2-4AFB-B50E-BB9767494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66A9FE1-0AFA-4F27-A713-6274E1830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AB5F05-1363-467C-AACF-4AC786699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2674444-25F8-4E86-8100-E80580610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8C929D9-E54C-46A1-B721-21617D73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6583739-72B7-46EA-8733-8162624CE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EB10B1-A5A2-4574-8AB6-C5DCC0774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139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0BF50-086C-45DA-BEC4-C5CBC3137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81E0E48-6D79-4541-8CE3-56161A7E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F931CF-EFB4-4738-BE2C-4B563E7F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3BCAC2-FAB8-421F-8E2A-9537154B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4580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34AB645-CFB7-4A4E-B88D-A87C8AC8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65CC45-019F-4997-9C41-70B9BD1B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172B66-D8C1-473B-9B0D-B81FDDC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134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CCD07-FDB6-4F76-A885-012BA775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725D7B-20B3-4222-A3FC-457C79780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523E27-884C-440B-8C49-2C16D207A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9FE1E9-5897-4090-83C3-D8E7CB72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73C7B7-564B-4519-B810-4E0AE5E7C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7F4E5D-FB64-466F-B313-DAF2973F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894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D4A571-5A02-4EC5-9DEB-0B4EBF8D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005B562-7A90-441B-B16E-F0F68BFF3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6366E0-43E7-4753-A629-E083E9059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F36E4F-6BA1-403E-B460-36D5FC2C5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141383-1FC7-4719-A15A-506EF793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DA3B82-F462-43A9-A472-487B78F5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9162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77416-1274-4A1F-B3BA-427DBC4A1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6CE57F-EED3-4752-9A6D-541171705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478D81-A6B2-4857-ABC4-7C6BFFFF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9E0E17-6F0D-438C-B942-B01B79207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0F8E24-8907-4379-95DE-3473303C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632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984FC40-8792-40CC-B37A-0B010E6D2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19CBBA-5445-4FDA-B89B-FAAB5F862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C3B87D-7496-4466-B02B-71A76B670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E2E6FE-708D-45C9-A13E-5ADDFCC0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2563C3-7FC4-4BC6-9B69-100192E6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83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1864B2D-DB8B-444F-8382-1F256B747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FAA37D-2B05-42F0-9C7E-5432D05D9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EC84E7-F044-4279-933C-13A91FF9B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D864F-EF54-4216-B511-3CAF0AF5C0D9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6E3FD5-8208-4A2C-A047-35DF566E8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F96695-9D02-402E-A3F9-87AC3BB5F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FF29F-6B58-4770-8235-60A8A823A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532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5254C43-74E4-4BCC-A353-907B04A19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430" y="1356323"/>
            <a:ext cx="2636321" cy="307527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E9DA010-D81B-449C-901A-57A493EB091A}"/>
              </a:ext>
            </a:extLst>
          </p:cNvPr>
          <p:cNvSpPr txBox="1"/>
          <p:nvPr/>
        </p:nvSpPr>
        <p:spPr>
          <a:xfrm>
            <a:off x="0" y="5120637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800" b="1" dirty="0">
                <a:latin typeface="Consolas" panose="020B0609020204030204" pitchFamily="49" charset="0"/>
              </a:rPr>
              <a:t>davidwird30.pythonanywhere.com</a:t>
            </a:r>
          </a:p>
        </p:txBody>
      </p:sp>
    </p:spTree>
    <p:extLst>
      <p:ext uri="{BB962C8B-B14F-4D97-AF65-F5344CB8AC3E}">
        <p14:creationId xmlns:p14="http://schemas.microsoft.com/office/powerpoint/2010/main" val="323100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Kevin Thalmann</dc:creator>
  <cp:lastModifiedBy>Kevin Thalmann</cp:lastModifiedBy>
  <cp:revision>3</cp:revision>
  <cp:lastPrinted>2025-12-12T15:38:22Z</cp:lastPrinted>
  <dcterms:created xsi:type="dcterms:W3CDTF">2025-12-12T15:33:44Z</dcterms:created>
  <dcterms:modified xsi:type="dcterms:W3CDTF">2025-12-12T15:39:41Z</dcterms:modified>
</cp:coreProperties>
</file>